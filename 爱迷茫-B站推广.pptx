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【开场】大家好，这期给大家带来一个飞牛影视的第三方插件，名字叫「爱迷茫」。</a:t>
            </a:r>
          </a:p>
          <a:p>
            <a:r>
              <a:t>一句话说明它是什么：它给飞牛影视加上了 TVBox 那种在线搜索、即点即看的本事，</a:t>
            </a:r>
          </a:p>
          <a:p>
            <a:r>
              <a:t>而且视频流不落 NAS，手机上、电视上、网页上都能用。</a:t>
            </a:r>
          </a:p>
          <a:p>
            <a:r>
              <a:t>先看封面这句——「飞牛音乐有的，飞牛影视现在也有了」，这就是这期视频的核心。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【抛痛点】先说为什么要做这个。</a:t>
            </a:r>
          </a:p>
          <a:p>
            <a:r>
              <a:t>飞牛音乐，第三方插件早就有了，能在线听歌；但飞牛影视一直是「只能看本地库」——</a:t>
            </a:r>
          </a:p>
          <a:p>
            <a:r>
              <a:t>你得先下载、再刮削，还要有人做种。</a:t>
            </a:r>
          </a:p>
          <a:p>
            <a:r>
              <a:t>我身边很多人就是因为这一点，影视库一直没真正用起来。</a:t>
            </a:r>
          </a:p>
          <a:p>
            <a:r>
              <a:t>那影视这半边能不能也补上？能，这就是爱迷茫。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【定义】爱迷茫到底是什么？三个词。</a:t>
            </a:r>
          </a:p>
          <a:p>
            <a:r>
              <a:t>第一，它是一个插件，装一次，Web、TV、手机端全都通用，不用一台一台折腾。</a:t>
            </a:r>
          </a:p>
          <a:p>
            <a:r>
              <a:t>第二，它是一条链路：搜索、点开、选集、播放，跟看本地片一模一样，还自动记进度。</a:t>
            </a:r>
          </a:p>
          <a:p>
            <a:r>
              <a:t>第三，最重要——它是个「空壳」：它不包含任何影视内容，也不内置任何源。</a:t>
            </a:r>
          </a:p>
          <a:p>
            <a:r>
              <a:t>说白了，它就是个转接头，把你自己在用的在线片源接口，接到飞牛影视身上。</a:t>
            </a:r>
          </a:p>
          <a:p>
            <a:r>
              <a:t>这句话后面还会再强调，因为它同时是我们的免责底线。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【功能】具体能做到什么？我挑八个最实用的说。</a:t>
            </a:r>
          </a:p>
          <a:p>
            <a:r>
              <a:t>一，在线搜索：飞牛影视自带的搜索框里，本地结果和在线结果是一起出来的。</a:t>
            </a:r>
          </a:p>
          <a:p>
            <a:r>
              <a:t>二，JS 蜘蛛引擎：插件自带引擎，TVBox 配置里 type:3 的那批 drpy 规则源也能直接跑，</a:t>
            </a:r>
          </a:p>
          <a:p>
            <a:r>
              <a:t>不用装 Java、不用装 Node、不用联网下载任何东西——装完即用。</a:t>
            </a:r>
          </a:p>
          <a:p>
            <a:r>
              <a:t>三，选集播放：自动分集、自动续播，进度记录跟本地片完全一样。</a:t>
            </a:r>
          </a:p>
          <a:p>
            <a:r>
              <a:t>四，智能选线：一个源往往有多条线路，主线路挂了会自动换下一条，不容易卡死。</a:t>
            </a:r>
          </a:p>
          <a:p>
            <a:r>
              <a:t>五，广告剔除：m3u8 清单里的广告分段会被自动跳过。</a:t>
            </a:r>
          </a:p>
          <a:p>
            <a:r>
              <a:t>六，不落地 NAS：边看边播，视频流不进你的硬盘，不占空间。</a:t>
            </a:r>
          </a:p>
          <a:p>
            <a:r>
              <a:t>七，本地库零影响：因为接管只是转发，你的媒体库、播放记录全都照旧。</a:t>
            </a:r>
          </a:p>
          <a:p>
            <a:r>
              <a:t>八，卸载干净：卸载时官方 socket 原样归位，官方后端都不用重启。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【原理】原理一句话：它接管飞牛影视的本地 socket，在中间做一次「转发 + 合并」。</a:t>
            </a:r>
          </a:p>
          <a:p>
            <a:r>
              <a:t>看这张图：左边是飞牛影视的 App，中间是爱迷茫，右边是官方后端。</a:t>
            </a:r>
          </a:p>
          <a:p>
            <a:r>
              <a:t>App 的请求先到爱迷茫，爱迷茫再转发给官方后端，然后把在线源的搜索结果合并进去。</a:t>
            </a:r>
          </a:p>
          <a:p>
            <a:r>
              <a:t>要强调的是：**它不改官方后端的任何数据与配置**，源清单也只存在你本机的</a:t>
            </a:r>
          </a:p>
          <a:p>
            <a:r>
              <a:t>conf/sources.json 里。这是它比「改官方数据库」那种做法安全得多的地方。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【安装】安装很简单，两种方式。</a:t>
            </a:r>
          </a:p>
          <a:p>
            <a:r>
              <a:t>方式一，去应用中心，侧边栏最下面有「手动安装」，选中这个 fpk 文件，选一个存储空间，完事。</a:t>
            </a:r>
          </a:p>
          <a:p>
            <a:r>
              <a:t>装完桌面上会多一个「爱迷茫」的图标。</a:t>
            </a:r>
          </a:p>
          <a:p>
            <a:r>
              <a:t>方式二，如果你是命令行玩家：appcenter-cli install-fpk 加上文件路径。</a:t>
            </a:r>
          </a:p>
          <a:p>
            <a:r>
              <a:t>两个提醒：一是安装会重启一次接管服务，影视中断几秒是正常的；二是升级安装</a:t>
            </a:r>
          </a:p>
          <a:p>
            <a:r>
              <a:t>不会覆盖你已经改好的源配置。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【配置源，重点】这是这期视频最重要的部分，请一定看完。</a:t>
            </a:r>
          </a:p>
          <a:p>
            <a:r>
              <a:t>插件装完是不带源的——它是空壳。所以第一次用，先去配置页给它一个源。</a:t>
            </a:r>
          </a:p>
          <a:p>
            <a:r>
              <a:t>地址就是：http 冒号双斜杠，你 NAS 的 IP，冒号 5666，斜杠 v 斜杠 __mitm__ 斜杠 config。</a:t>
            </a:r>
          </a:p>
          <a:p>
            <a:r>
              <a:t>打开以后三步。</a:t>
            </a:r>
          </a:p>
          <a:p>
            <a:r>
              <a:t>第一步，填源。可以自己填采集接口地址；如果你手上有一份 TVBox 或者饭太硬的配置地址，</a:t>
            </a:r>
          </a:p>
          <a:p>
            <a:r>
              <a:t>直接粘进去，它会自动挑出能直接调用的采集接口；里面 type:3 的 JS 蜘蛛也会被单独挑出来——</a:t>
            </a:r>
          </a:p>
          <a:p>
            <a:r>
              <a:t>插件自带引擎，这些源不用装 Java 也能直接跑。网盘类、加密 JAR 会被剔除并告诉你原因。</a:t>
            </a:r>
          </a:p>
          <a:p>
            <a:r>
              <a:t>第二步，标线路。每个源可以标单线路、多线路或者自动。多线路的源有备用流，更抗失效。</a:t>
            </a:r>
          </a:p>
          <a:p>
            <a:r>
              <a:t>第三步，点「保存并测速」。它会立刻测出每个源的响应时间、命中数、能出几条可放线路，</a:t>
            </a:r>
          </a:p>
          <a:p>
            <a:r>
              <a:t>然后给出推荐方案——谁当主用、谁只配当兜底，点一下就能应用。</a:t>
            </a:r>
          </a:p>
          <a:p>
            <a:r>
              <a:t>再强调一次：插件不自带任何源，你填什么它用什么。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【使用教程】日常怎么用？真的和看本地片没区别。</a:t>
            </a:r>
          </a:p>
          <a:p>
            <a:r>
              <a:t>打开飞牛影视，Web、TV、手机都行，三个端表现一致。</a:t>
            </a:r>
          </a:p>
          <a:p>
            <a:r>
              <a:t>搜片名，本地没有的直接搜，在线结果会出现在同一页。</a:t>
            </a:r>
          </a:p>
          <a:p>
            <a:r>
              <a:t>点开、选集、播放，自动分集自动续播，进度跟本地片共用一套记录。</a:t>
            </a:r>
          </a:p>
          <a:p>
            <a:r>
              <a:t>另外首页会多一个「豆瓣热播」的库，点进去就是个按分类排好的在线片库，随手点开就能看。</a:t>
            </a:r>
          </a:p>
          <a:p>
            <a:r>
              <a:t>换设备也不丢：手机上看到一半，回到电视上接着看。</a:t>
            </a:r>
          </a:p>
          <a:p>
            <a:r>
              <a:t>小提示：如果某个片搜不到，多半是当前配置的源里没有，回配置页再导入一份配置地址，</a:t>
            </a:r>
          </a:p>
          <a:p>
            <a:r>
              <a:t>或者把兜底源补上，再测一次。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【免责声明】接下来这段，我必须完整念一遍，因为这关系到你和我。</a:t>
            </a:r>
          </a:p>
          <a:p>
            <a:r>
              <a:t>第一，本插件不包含任何影视内容，也不内置任何片源。</a:t>
            </a:r>
          </a:p>
          <a:p>
            <a:r>
              <a:t>第二，你填的源、你看的内容，都由你自己提供、你自己负责。</a:t>
            </a:r>
          </a:p>
          <a:p>
            <a:r>
              <a:t>第三，请只接入你有权访问的内容，并遵守你所在地的法律法规和源站的服务条款。</a:t>
            </a:r>
          </a:p>
          <a:p>
            <a:r>
              <a:t>第四，作者不对任何第三方源的合法性、可用性、稳定性与内容负责。</a:t>
            </a:r>
          </a:p>
          <a:p>
            <a:r>
              <a:t>第五，它不上传你的任何个人信息，源清单只存在你 NAS 本地。</a:t>
            </a:r>
          </a:p>
          <a:p>
            <a:r>
              <a:t>第六，配置页的写操作默认只放行内网，就算你把端口映射到公网也改不了。</a:t>
            </a:r>
          </a:p>
          <a:p>
            <a:r>
              <a:t>不同意以上任何一条，请不要安装或使用。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【收尾】最后回到开头那句话——飞牛音乐有的，飞牛影视现在也有了。</a:t>
            </a:r>
          </a:p>
          <a:p>
            <a:r>
              <a:t>插件叫爱迷茫，安装包就是这个文件。</a:t>
            </a:r>
          </a:p>
          <a:p>
            <a:r>
              <a:t>装一次，Web、电视、手机端都能搜、能看、还能接着看。</a:t>
            </a:r>
          </a:p>
          <a:p>
            <a:r>
              <a:t>如果你觉得有用，点赞投币收藏三连一下，评论区告诉我你想看的片子，</a:t>
            </a:r>
          </a:p>
          <a:p>
            <a:r>
              <a:t>我下期可以专门讲配置源和挑源那部分。我们下期见。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1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1B1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爱迷茫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35808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飞牛影视 · 在线源插件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39312"/>
            <a:ext cx="1005840" cy="3810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9326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搜索 → 点开 → 选集 → 播放，视频流不落地 NAS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Web / TV / 手机端 通用 · 本地媒体库与播放记录全部照旧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424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29922"/>
                </a:solidFill>
                <a:latin typeface="Microsoft YaHei"/>
                <a:ea typeface="Microsoft YaHei"/>
                <a:cs typeface="Microsoft YaHei"/>
              </a:rPr>
              <a:t>飞牛音乐有的，飞牛影视现在也有了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爱迷茫 · 飞牛影视在线源插件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WHY · 为什么现在说这个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飞牛音乐早就有插件了，飞牛影视呢？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1545336"/>
            <a:ext cx="822960" cy="406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5120640" cy="2468880"/>
          </a:xfrm>
          <a:prstGeom prst="roundRect">
            <a:avLst>
              <a:gd name="adj" fmla="val 55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40640" cy="2139696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30552"/>
            <a:ext cx="460857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BC8CFF"/>
                </a:solidFill>
                <a:latin typeface="Microsoft YaHei"/>
                <a:ea typeface="Microsoft YaHei"/>
                <a:cs typeface="Microsoft YaHei"/>
              </a:rPr>
              <a:t>● 飞牛音乐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第三方插件已经跑了一段时间：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在线听歌、歌单、歌词、音质切换……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一句话：音乐那半边，早就有人补齐了。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92808"/>
            <a:ext cx="5120640" cy="2468880"/>
          </a:xfrm>
          <a:prstGeom prst="roundRect">
            <a:avLst>
              <a:gd name="adj" fmla="val 55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057400"/>
            <a:ext cx="40640" cy="213969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130552"/>
            <a:ext cx="460857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● 飞牛影视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以前只能看本地媒体库：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想看的片，得先下载、再刮削、再等人做种。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一句话：影视这半边，一直空着。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892040"/>
            <a:ext cx="10607040" cy="96012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74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现在，爱迷茫 把这条路也补上了 —— 装一次，搜索框里就能直接搜在线片源。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爱迷茫 · 飞牛影视在线源插件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WHAT · 它是什么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爱迷茫 是什么？三个词说清楚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1545336"/>
            <a:ext cx="822960" cy="406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3310128" cy="2651760"/>
          </a:xfrm>
          <a:prstGeom prst="roundRect">
            <a:avLst>
              <a:gd name="adj" fmla="val 55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40640" cy="2322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30552"/>
            <a:ext cx="2798064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一个插件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装一次，Web / TV / 手机端全部通用。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不用给每台设备单独折腾。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装完在飞牛影视里直接生效。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1892808"/>
            <a:ext cx="3310128" cy="2651760"/>
          </a:xfrm>
          <a:prstGeom prst="roundRect">
            <a:avLst>
              <a:gd name="adj" fmla="val 55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3984" y="2057400"/>
            <a:ext cx="40640" cy="232257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130552"/>
            <a:ext cx="2798064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3FB950"/>
                </a:solidFill>
                <a:latin typeface="Microsoft YaHei"/>
                <a:ea typeface="Microsoft YaHei"/>
                <a:cs typeface="Microsoft YaHei"/>
              </a:rPr>
              <a:t>一条链路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搜索 → 点开 → 选集 → 播放。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自动分集、自动续播、自动记住进度。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和看本地片子的手感一样。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0727" y="1892808"/>
            <a:ext cx="3310128" cy="2651760"/>
          </a:xfrm>
          <a:prstGeom prst="roundRect">
            <a:avLst>
              <a:gd name="adj" fmla="val 55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0727" y="2057400"/>
            <a:ext cx="40640" cy="2322576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2130552"/>
            <a:ext cx="2798064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D29922"/>
                </a:solidFill>
                <a:latin typeface="Microsoft YaHei"/>
                <a:ea typeface="Microsoft YaHei"/>
                <a:cs typeface="Microsoft YaHei"/>
              </a:rPr>
              <a:t>一个空壳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不包含任何影视内容，也不内置任何源。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源由你自己填，格式就是苹果CMS 采集接口。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配置页里填地址、测速、一键应用。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说人话：它像一个「转接头」——把你在用的在线片源接口，接到飞牛影视身上。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爱迷茫 · 飞牛影视在线源插件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FEATURES · 它能做到什么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八个你会用到的点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1545336"/>
            <a:ext cx="822960" cy="406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2808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在线搜索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飞牛影视的搜索框里，本地结果和在线源结果合并显示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JS 蜘蛛引擎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自带引擎，TVBox 里 type:3 的 drpy 规则源也能直接跑，不用装 Java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选集播放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自动分集、自动续播，进度记录和本地片子完全一样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智能选线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一个源有多条线路，主线路失效自动换下一条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广告剔除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m3u8 清单里的广告分段自动跳过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不落地 NAS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边看边播，视频流不写进你的硬盘、不占空间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本地库零影响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接管只是转发，媒体库 / 播放记录 / 继续播放照旧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卸载干净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卸载时官方 socket 原样归位，官方后端不用重启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爱迷茫 · 飞牛影视在线源插件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HOW · 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它是怎么做到的（一句话 + 一张图）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1545336"/>
            <a:ext cx="822960" cy="406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2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接管飞牛影视的本地 socket，在中间做一次「转发 + 合并」。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880360"/>
            <a:ext cx="2651760" cy="11430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26664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飞牛影视 App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Web / TV / 手机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3429000"/>
            <a:ext cx="502920" cy="330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880360"/>
            <a:ext cx="3108960" cy="1143000"/>
          </a:xfrm>
          <a:prstGeom prst="roundRect">
            <a:avLst>
              <a:gd name="adj" fmla="val 12000"/>
            </a:avLst>
          </a:prstGeom>
          <a:solidFill>
            <a:srgbClr val="112A45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3026664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爱迷茫（本地中转）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转发 + 合并搜索结果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429000"/>
            <a:ext cx="502920" cy="3302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09560" y="288036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026664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官方后端 mediasrv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本地媒体库 · 播放 · 进度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4023360"/>
            <a:ext cx="33020" cy="658368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4681728"/>
            <a:ext cx="3108960" cy="1143000"/>
          </a:xfrm>
          <a:prstGeom prst="roundRect">
            <a:avLst>
              <a:gd name="adj" fmla="val 12000"/>
            </a:avLst>
          </a:prstGeom>
          <a:solidFill>
            <a:srgbClr val="1B1433"/>
          </a:solidFill>
          <a:ln w="9525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4828032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BC8CFF"/>
                </a:solidFill>
                <a:latin typeface="Microsoft YaHei"/>
                <a:ea typeface="Microsoft YaHei"/>
                <a:cs typeface="Microsoft YaHei"/>
              </a:rPr>
              <a:t>你配置的在线源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苹果CMS 采集接口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704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不修改官方后端的任何数据与配置；源清单只存在你 NAS 本机的 conf/sources.json。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爱迷茫 · 飞牛影视在线源插件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INSTALL · 安装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两步装完，一分钟的事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1545336"/>
            <a:ext cx="822960" cy="406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5120640" cy="3017520"/>
          </a:xfrm>
          <a:prstGeom prst="roundRect">
            <a:avLst>
              <a:gd name="adj" fmla="val 55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40640" cy="268833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30552"/>
            <a:ext cx="460857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方式一 · 应用中心界面（推荐）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1. 下载 爱迷茫-1.2.5.fpk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2. 应用中心 → 侧边栏底部「手动安装」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3. 选文件 → 选一个存储空间 → 完成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装完桌面上会多一个「爱迷茫」图标。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92808"/>
            <a:ext cx="5120640" cy="3017520"/>
          </a:xfrm>
          <a:prstGeom prst="roundRect">
            <a:avLst>
              <a:gd name="adj" fmla="val 55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057400"/>
            <a:ext cx="40640" cy="2688336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130552"/>
            <a:ext cx="460857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BC8CFF"/>
                </a:solidFill>
                <a:latin typeface="Microsoft YaHei"/>
                <a:ea typeface="Microsoft YaHei"/>
                <a:cs typeface="Microsoft YaHei"/>
              </a:rPr>
              <a:t>方式二 · 命令行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appcenter-cli install-fpk \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  /vol1/1000/MUSCI/爱迷茫-1.2.5.fpk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FB950"/>
                </a:solidFill>
                <a:latin typeface="Microsoft YaHei"/>
                <a:ea typeface="Microsoft YaHei"/>
                <a:cs typeface="Microsoft YaHei"/>
              </a:rPr>
              <a:t>升级安装不会覆盖你已经改好的源配置。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提示：安装会重启一次接管服务，飞牛影视中断几秒属正常现象；已经手工部署过同一套脚本的机器属于「幂等收编」，不会冲突。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爱迷茫 · 飞牛影视在线源插件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SETUP · 配置源（重点）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第一次用，先给它一个源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1545336"/>
            <a:ext cx="822960" cy="406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10607040" cy="713232"/>
          </a:xfrm>
          <a:prstGeom prst="roundRect">
            <a:avLst>
              <a:gd name="adj" fmla="val 16000"/>
            </a:avLst>
          </a:prstGeom>
          <a:solidFill>
            <a:srgbClr val="112A45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配置页：  http://&lt;NAS 的 IP&gt;:5666/v/__mitm__/config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2928"/>
            <a:ext cx="3310128" cy="2286000"/>
          </a:xfrm>
          <a:prstGeom prst="roundRect">
            <a:avLst>
              <a:gd name="adj" fmla="val 55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017520"/>
            <a:ext cx="40640" cy="195681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090672"/>
            <a:ext cx="27980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① 填源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直接填采集接口地址，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或粘一份 TVBox / 饭太硬 配置地址，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自动筛源：网盘类、加密 JAR 剔除；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type:3 的 JS 蜘蛛单独挑出来，直接能跑。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2852928"/>
            <a:ext cx="3310128" cy="2286000"/>
          </a:xfrm>
          <a:prstGeom prst="roundRect">
            <a:avLst>
              <a:gd name="adj" fmla="val 55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3984" y="3017520"/>
            <a:ext cx="40640" cy="195681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3090672"/>
            <a:ext cx="27980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3FB950"/>
                </a:solidFill>
                <a:latin typeface="Microsoft YaHei"/>
                <a:ea typeface="Microsoft YaHei"/>
                <a:cs typeface="Microsoft YaHei"/>
              </a:rPr>
              <a:t>② 标线路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每个源标「单线路 / 多线路 / 自动」。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多线路的源有备用流，更抗失效。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这个标记只影响分组和推荐排序。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0727" y="2852928"/>
            <a:ext cx="3310128" cy="2286000"/>
          </a:xfrm>
          <a:prstGeom prst="roundRect">
            <a:avLst>
              <a:gd name="adj" fmla="val 55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0727" y="3017520"/>
            <a:ext cx="40640" cy="1956816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090672"/>
            <a:ext cx="27980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D29922"/>
                </a:solidFill>
                <a:latin typeface="Microsoft YaHei"/>
                <a:ea typeface="Microsoft YaHei"/>
                <a:cs typeface="Microsoft YaHei"/>
              </a:rPr>
              <a:t>③ 测速并推荐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点「保存并测速」，立刻测出：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响应时间 / 命中数 / 可放线路数，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然后给出主用 + 兜底的推荐方案，一键应用。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29922"/>
                </a:solidFill>
                <a:latin typeface="Microsoft YaHei"/>
                <a:ea typeface="Microsoft YaHei"/>
                <a:cs typeface="Microsoft YaHei"/>
              </a:rPr>
              <a:t>插件不自带任何源：装完是空的，你填什么它用什么。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爱迷茫 · 飞牛影视在线源插件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TUTORIAL · 日常怎么用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和看本地片子没有任何区别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1545336"/>
            <a:ext cx="822960" cy="406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2808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打开飞牛影视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Web 网页版、TV 版、手机 App 都行，三个端表现一致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搜索片名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本地没有的片子，直接搜；在线结果会出现在同一页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点开 → 选集 → 播放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自动分集、自动续播，进度条和本地片共用一套记录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首页多了一个「豆瓣热播」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点进去就是一个按分类排的在线片库，随手点开看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65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5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换设备也不丢</a:t>
            </a:r>
            <a:r>
              <a:rPr sz="155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手机上看到一半，回到电视上接着看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小提示：如果某个片搜不到，多半是当前配置的源里没有——回配置页导入一份新的配置地址，或把「兜底源」加上再测一次。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爱迷茫 · 飞牛影视在线源插件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DISCLAIMER · 免责声明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这段请务必读完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1545336"/>
            <a:ext cx="822960" cy="406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2808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 b="1" i="0">
                <a:solidFill>
                  <a:srgbClr val="D29922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不含内容</a:t>
            </a:r>
            <a:r>
              <a:rPr sz="15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本插件不包含任何影视内容，也不内置任何片源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 b="1" i="0">
                <a:solidFill>
                  <a:srgbClr val="D29922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内容自负</a:t>
            </a:r>
            <a:r>
              <a:rPr sz="15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你填的源、你看的内容，都由你自己提供并自行负责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 b="1" i="0">
                <a:solidFill>
                  <a:srgbClr val="D29922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合法使用</a:t>
            </a:r>
            <a:r>
              <a:rPr sz="15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请只接入你有权访问的内容，遵守当地法律法规与源站服务条款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 b="1" i="0">
                <a:solidFill>
                  <a:srgbClr val="D29922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作者免责</a:t>
            </a:r>
            <a:r>
              <a:rPr sz="15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作者不对任何第三方源的合法性、可用性、稳定性与内容负责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 b="1" i="0">
                <a:solidFill>
                  <a:srgbClr val="D29922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隐私</a:t>
            </a:r>
            <a:r>
              <a:rPr sz="15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不上传任何个人信息；源清单只存在你 NAS 本地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 b="1" i="0">
                <a:solidFill>
                  <a:srgbClr val="D29922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6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默认只开内网</a:t>
            </a:r>
            <a:r>
              <a:rPr sz="15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  配置页的写操作只放行内网，映射到公网也改不了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29922"/>
                </a:solidFill>
                <a:latin typeface="Microsoft YaHei"/>
                <a:ea typeface="Microsoft YaHei"/>
                <a:cs typeface="Microsoft YaHei"/>
              </a:rPr>
              <a:t>不同意以上任何一条，请不要安装或使用本插件。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爱迷茫 · 飞牛影视在线源插件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E6EDF3"/>
                </a:solidFill>
                <a:latin typeface="Microsoft YaHei"/>
                <a:ea typeface="Microsoft YaHei"/>
                <a:cs typeface="Microsoft YaHei"/>
              </a:rPr>
              <a:t>飞牛音乐有的，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58A6FF"/>
                </a:solidFill>
                <a:latin typeface="Microsoft YaHei"/>
                <a:ea typeface="Microsoft YaHei"/>
                <a:cs typeface="Microsoft YaHei"/>
              </a:rPr>
              <a:t>飞牛影视现在也有了。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794760"/>
            <a:ext cx="1005840" cy="3810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1148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C9D1D9"/>
                </a:solidFill>
                <a:latin typeface="Microsoft YaHei"/>
                <a:ea typeface="Microsoft YaHei"/>
                <a:cs typeface="Microsoft YaHei"/>
              </a:rPr>
              <a:t>插件名：爱迷茫   ·   安装包：爱迷茫-1.2.5.fpk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装一次，Web / TV / 手机端都能搜、能看、能接着看。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29922"/>
                </a:solidFill>
                <a:latin typeface="Microsoft YaHei"/>
                <a:ea typeface="Microsoft YaHei"/>
                <a:cs typeface="Microsoft YaHei"/>
              </a:rPr>
              <a:t>点赞 · 投币 · 收藏，评论区告诉我你想看的片子。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免责声明详见安装包内《免责声明.md》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爱迷茫 · 飞牛影视在线源插件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